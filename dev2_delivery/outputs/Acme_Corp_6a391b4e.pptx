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COMPANY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Acme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https://acme.com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Acme Corp builds widgets for the modern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ED"/>
                </a:solidFill>
              </a:rPr>
              <a:t>Industry: Manufacturing   |   Founded: 1998   |   Size: 201-500 employees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Products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Products
• Widget Pro
• Widget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Services
• Custom manufacturing
•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LATEST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Recent Developments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• Acme opens new facility (2024-11-01)
  Acme expanded production capacity by 30%.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Pain Points
• Manual inventory tracking across multiple warehouses slows down fulfillment and increases error rates.
• Slow order processing due to disconnected systems between sales and logistics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Growth Signals
• New facility opening
• Hiring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Tech Stack
• SAP
• Excel-based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OUR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• AI-driven inventory automation [HIGH]
  Automates stock tracking across all warehouses in real time, replacing manual spreadsheet updates and reducing fulfillment delays caused by inventory blind spots.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sz="2000"/>
              <a:t>26+ Years</a:t>
            </a:r>
          </a:p>
          <a:p>
            <a:r>
              <a:rPr b="0" sz="1200"/>
              <a:t>  Manufacturing widgets for enterprise clients</a:t>
            </a:r>
          </a:p>
          <a:p>
            <a:r>
              <a:rPr b="0" sz="1000"/>
              <a:t/>
            </a:r>
          </a:p>
          <a:p>
            <a:r>
              <a:rPr b="1" sz="2000"/>
              <a:t>500+ Clients</a:t>
            </a:r>
          </a:p>
          <a:p>
            <a:r>
              <a:rPr b="0" sz="1200"/>
              <a:t>  Across North America and Europe</a:t>
            </a:r>
          </a:p>
          <a:p>
            <a:r>
              <a:rPr b="0" sz="1000"/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Inventory &amp; Demand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sz="1400"/>
              <a:t>→ Ingest</a:t>
            </a:r>
          </a:p>
          <a:p>
            <a:r>
              <a:rPr b="0" sz="1200"/>
              <a:t>   Pull sales history from ERP and warehouse systems.</a:t>
            </a:r>
          </a:p>
          <a:p>
            <a:r>
              <a:rPr b="0" sz="1000"/>
              <a:t/>
            </a:r>
          </a:p>
          <a:p>
            <a:r>
              <a:rPr b="1" sz="1400"/>
              <a:t>→ Predict</a:t>
            </a:r>
          </a:p>
          <a:p>
            <a:r>
              <a:rPr b="0" sz="1200"/>
              <a:t>   ML model forecasts demand by SKU, region, and season.</a:t>
            </a:r>
          </a:p>
          <a:p>
            <a:r>
              <a:rPr b="0" sz="1000"/>
              <a:t/>
            </a:r>
          </a:p>
          <a:p>
            <a:r>
              <a:rPr b="1" sz="1400"/>
              <a:t>→ Alert</a:t>
            </a:r>
          </a:p>
          <a:p>
            <a:r>
              <a:rPr b="0" sz="1200"/>
              <a:t>   Recommend replenishment actions based on forecasts and thresholds.</a:t>
            </a:r>
          </a:p>
          <a:p>
            <a:r>
              <a:rPr b="0" sz="1000"/>
              <a:t/>
            </a:r>
          </a:p>
          <a:p>
            <a:r>
              <a:rPr b="1" sz="1400"/>
              <a:t>→ Report</a:t>
            </a:r>
          </a:p>
          <a:p>
            <a:r>
              <a:rPr b="0" sz="1200"/>
              <a:t>   Dashboard shows fulfillment performance and slow-moving stock.</a:t>
            </a:r>
          </a:p>
          <a:p>
            <a:r>
              <a:rPr b="0" sz="1000"/>
              <a:t/>
            </a:r>
          </a:p>
          <a:p>
            <a:r>
              <a:rPr b="1" sz="1400"/>
              <a:t>Expected Outcomes</a:t>
            </a:r>
          </a:p>
          <a:p>
            <a:r>
              <a:rPr b="0" sz="1200"/>
              <a:t>• Lower stockout risk</a:t>
            </a:r>
          </a:p>
          <a:p>
            <a:r>
              <a:rPr b="0" sz="1200"/>
              <a:t>• Better demand planning</a:t>
            </a:r>
          </a:p>
          <a:p>
            <a:r>
              <a:rPr b="0" sz="1200"/>
              <a:t>• More efficient replenishment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