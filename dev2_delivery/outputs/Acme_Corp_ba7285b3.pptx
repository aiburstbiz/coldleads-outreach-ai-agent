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C3AED"/>
                </a:solidFill>
              </a:rPr>
              <a:t>COMPANY RESEARCH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Acme Corp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https://acme.com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Company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Acme Corp builds widgets for the modern enterprise.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C3AED"/>
                </a:solidFill>
              </a:rPr>
              <a:t>Industry: Manufacturing   |   Founded: 1998   |   Size: 201-500 employees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OFFERINGS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Products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Products
• Widget Pro
• Widget 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Services
• Custom manufacturing
•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LATEST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Recent Developments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• Acme opens new facility (2024-11-01)
  Acme expanded production capacity by 30%.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Pain Points
• Manual inventory tracking
• Slow order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Growth Signals
• New facility opening
• Hiring engineers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Tech Stack
• SAP
• Excel-based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3AED"/>
                </a:solidFill>
              </a:rPr>
              <a:t>OUR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We Can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• AI-driven inventory automation [HIGH]
  Manual tracking flagged as a pain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