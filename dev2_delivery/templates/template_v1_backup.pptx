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C3AED"/>
                </a:solidFill>
              </a:rPr>
              <a:t>COMPANY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{{company_name}}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{{website_url}}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{{about_summary}}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ED"/>
                </a:solidFill>
              </a:rPr>
              <a:t>Industry: {{industry}}   |   Founded: {{founded}}   |   Size: {{size}}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OFFERINGS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Products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Products
{{products}}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Services
{{services}}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LATEST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Recent Developments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{{news}}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Pain Points
{{pain_points}}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Growth Signals
{{growth_signals}}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Tech Stack
{{tech_stack}}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OUR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We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{{recommended_services}}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